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Traveling Salesman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t>Branch and Bound Algorithm —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</a:defRPr>
            </a:pPr>
            <a:r>
              <a:t>Group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The Traveling Salesman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Given n cities and distances between each pair, find the shortest route that visits every city exactly once and returns to the start.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NP-hard combinatorial optimization problem.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Real-world applications: logistics, PCB drilling, DNA sequencing, route planning.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This project: Compare Brute Force, Branch &amp; Bound, and Nearest Neighbor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Branch and Bound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Branching: DFS recursive exploration of partial tours.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Bounding: Compute lower bound = current cost + sum of minimum outgoing edges of unvisited cities.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Pruning: If lower bound &gt;= current best cost, discard the entire branch.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Heuristic ordering: Visit nearest neighbors first to find good solutions early.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Result: Significant reduction in search space while guaranteeing optimality.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Lower Bound &amp; Pruning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LB = current_path_cost + Σ min_outgoing_edge(unvisited_city_i)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min_outgoing_edge(i) is the shortest edge from city i to any unvisited city (or the start city).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This is an admissible heuristic: it never overestimates the true remaining cost.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If LB &gt;= best_cost → prune (safe: this branch cannot yield a better solution).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More aggressive pruning = smaller search space = faster runtime.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Random TSP instances: n = 4, 5, 6, 7, 8, 9, 10 cities.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5 random instances per size (coordinates uniformly distributed in 1000x1000 grid).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Three algorithms tested: Brute Force (control), Branch &amp; Bound, Nearest Neighbor.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Metrics: runtime (s), visited nodes, pruned branches, pruning rate, solution quality.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All tests run on identical datasets for fair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Results: Runtime vs Problem Size</a:t>
            </a:r>
          </a:p>
        </p:txBody>
      </p:sp>
      <p:pic>
        <p:nvPicPr>
          <p:cNvPr id="3" name="Picture 2" descr="runtime_by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Results: Search Space Reduction</a:t>
            </a:r>
          </a:p>
        </p:txBody>
      </p:sp>
      <p:pic>
        <p:nvPicPr>
          <p:cNvPr id="3" name="Picture 2" descr="nodes_by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657600"/>
          </a:xfrm>
          <a:prstGeom prst="rect">
            <a:avLst/>
          </a:prstGeom>
        </p:spPr>
      </p:pic>
      <p:pic>
        <p:nvPicPr>
          <p:cNvPr id="4" name="Picture 3" descr="nodes_ba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Results: Pruning Efficiency</a:t>
            </a:r>
          </a:p>
        </p:txBody>
      </p:sp>
      <p:pic>
        <p:nvPicPr>
          <p:cNvPr id="3" name="Picture 2" descr="pruning_rate_by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657600"/>
          </a:xfrm>
          <a:prstGeom prst="rect">
            <a:avLst/>
          </a:prstGeom>
        </p:spPr>
      </p:pic>
      <p:pic>
        <p:nvPicPr>
          <p:cNvPr id="4" name="Picture 3" descr="pruned_branches_by_c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Results: Route Quality (NN vs Optimal)</a:t>
            </a:r>
          </a:p>
        </p:txBody>
      </p:sp>
      <p:pic>
        <p:nvPicPr>
          <p:cNvPr id="3" name="Picture 2" descr="qua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B&amp;B finds provably optimal solutions (same as brute force) for all tested instances.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At n=10, B&amp;B prunes 98.7% of the search space — visiting only 1.3% of all possible nodes.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B&amp;B is ~2.2× faster than brute force at n=9; gap widens with larger n.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Nearest Neighbor runs in near-zero time but solutions are 2-10% above optimal.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B&amp;B is practical for n ≤ 14; beyond that, heuristics are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74C3C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Branch and Bound is an effective exact algorithm for small TSP instances.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The minimum-edge-sum lower bound provides substantial pruning even at modest n.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Future work: Compare with MST-based and Held-Karp lower bounds.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Future work: Implement parallel B&amp;B for larger instances.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Future work: Hybrid approaches combining B&amp;B with metaheuristics.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F8C8D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